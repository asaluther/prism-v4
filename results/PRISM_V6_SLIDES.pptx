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0"/>
            <a:ext cx="11183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误差流与注意力的分工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02920" y="29260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预测编码混合架构的预训练优势、自限适应与测量纪律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394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PRISM 技术报告 v6.0  ·  2026-09-21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单卡 RTX 4080 · 209 有效训练 run · github.com/Asaluther/PRISM-V4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研究问题：终端智能的两个区间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北极星：终端私有智能 —— 低功耗、可在线学习、数据不出端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62956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数据充裕区 · 预训练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7228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通用语言知识获取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的主场（101M 终判：调优 TF 领先纯 PCN 33.7%）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大模型范式：能力不够 → 加规模 → 重训 → 算力电力上涨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3076" y="1737360"/>
            <a:ext cx="5362956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643116" y="2011680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数据稀缺区 · 个性化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43116" y="2606040"/>
            <a:ext cx="47228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部署后的少样本适应（新用户/换域/冷启动）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误差流架构的主场（冷启动 +58~74%，TF 全负）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 + 在线适应 = 对「大模型 + 反复重训」的替代路径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525780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核心问题：误差流类架构在两个区间各自的真实边界在哪里？能否在同一个模型内同时取得两者？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答案：混合架构（12 层 Transformer 骨干 + 12 层 PCN 误差流头）——本报告主线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单卡研究平台与测量纪律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纪律本身是贡献：七起系统性测量偏差全部被预设协议捕获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2624328"/>
            <a:ext cx="2612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有效训练 run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（run_index 198 + 启智 11）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8698" y="169164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≤354M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98698" y="2624328"/>
            <a:ext cx="2612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已测参数上界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（21M → 354M）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94476" y="169164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55h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094476" y="2624328"/>
            <a:ext cx="2612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总时长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（330M 档全本地）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90254" y="169164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起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890254" y="2624328"/>
            <a:ext cx="2612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测量偏差全捕获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（含本研究自己的新主张）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111831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判据预注册：所有判决实验的通过阈值运行前写入脚本，事后不得调整；未命中如实报告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对称调优条款：任何跨架构/跨规模对比前，双方超参各自在目标规模重扫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同预算协议：一切对比固定 batch × seq × steps 的 token 总量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起偏差（v6.0）：适应方法选择偏差 —— 以 full-FT 为唯一对照高估架构差异，由预注册判据触发主张重述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主张：先怀疑测量，再相信架构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数据：results/run_index.csv · 测量方法学详见报告 §3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四大发现（v6.0 定稿口径）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408676" cy="2212848"/>
          </a:xfrm>
          <a:prstGeom prst="roundRect">
            <a:avLst>
              <a:gd name="adj" fmla="val 2893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18488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倒 U 规律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2167128"/>
            <a:ext cx="48600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误差流优势随数据稀缺放大（至 +84%），参数轴峰位 ≈1025 tokens/param；一次带外预测成功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77356" y="1417320"/>
            <a:ext cx="5408676" cy="2212848"/>
          </a:xfrm>
          <a:prstGeom prst="roundRect">
            <a:avLst>
              <a:gd name="adj" fmla="val 2893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551676" y="1618488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混合架构反超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1676" y="2167128"/>
            <a:ext cx="48600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12TF+12PCN/96M：PPL 63.18±0.22，以更少参数反超纯 TF 36%（p≈0）；330M 外推 3/3 全胜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950208"/>
            <a:ext cx="5408676" cy="2212848"/>
          </a:xfrm>
          <a:prstGeom prst="roundRect">
            <a:avLst>
              <a:gd name="adj" fmla="val 2893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51376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适应的诚实边界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4700016"/>
            <a:ext cx="48600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真优势 = 零配置自限适应（27 格符号零翻转，跨规模保持）；TF+bitfit 可反超——但需方法选择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77356" y="3950208"/>
            <a:ext cx="5408676" cy="2212848"/>
          </a:xfrm>
          <a:prstGeom prst="roundRect">
            <a:avLst>
              <a:gd name="adj" fmla="val 2893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551676" y="4151376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机制 ×2 转正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51676" y="4700016"/>
            <a:ext cx="48600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主干锚定（16+8 消融三判读全中）；step50 达峰/回落 = 记忆与通用遗忘并行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范围声明：参数 21-354M、token 预算 ≤164M、WikiText-103 / TinyStories 两域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发现①：规模-数据比规律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PCN（no_gating）vs Transformer，21-63M，5-seed，带外预测成功</a:t>
            </a:r>
            <a:endParaRPr lang="en-US" sz="1400" dirty="0"/>
          </a:p>
        </p:txBody>
      </p:sp>
      <p:pic>
        <p:nvPicPr>
          <p:cNvPr id="4" name="Image 0" descr="results/figures/inverted_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8694925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120640"/>
            <a:ext cx="11183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减数据轴：数据越稀缺优势越大（+84% 封顶），无左端回落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参数轴：倒 U，峰位 ≈1025 tokens/param（WT +60.8%，全胜）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带外预测：WT d512 实测 +37.7% ∈ 预测带 [+30%, +55%]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附带：误差流的 seed 方差小 1-2 个量级（端侧不可挑 seed 的独立优势）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数据：results/analysis_v2/scale_curve_with_ci.json（11 点，bootstrap 95% CI）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101M 终判：纯 PCN 的规模天花板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对称调优后优势反转——失败机制是动力学内禀失稳，不是容量不足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33.7%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267004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 TF 领先调优 PCN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（99.34±2.62 vs 149.95±0.48）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51960" y="1737360"/>
            <a:ext cx="74340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PCN@3e-4 早期轨迹全场最佳（step2000 PPL 291 vs TF 766），随后崩入 fp16 溢出死循环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重跑逐位复现劣化并平安跨过溢出点 —— 失稳与数值精度无关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结论：误差正反馈使「快速学习区间」与「自毁区间」重合 —— 纯 PCN 的规模天花板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勘误史：「+40.1% 优势」系 TF 未调参伪影，已按协议撤回（第 6 起偏差）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53492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天花板既然是「稳定压住了快速」—— 解法不是降速，而是给误差流一个稳定的主干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数据：results/SCALE_090M_VALIDATION.md · V8 机制实验（报告 §4.6）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发现②：混合架构反超纯 Transformer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12TF+12PCN / 96M · 3-seed · 配对 bootstrap</a:t>
            </a:r>
            <a:endParaRPr lang="en-US" sz="1400" dirty="0"/>
          </a:p>
        </p:txBody>
      </p:sp>
      <p:pic>
        <p:nvPicPr>
          <p:cNvPr id="4" name="Image 0" descr="results/figures/cross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72237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737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63.18±0.22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903720" y="26700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PPL（3-seed）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03720" y="3200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-36%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903720" y="413308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纯 TF（99.34±2.62）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 CI [-37.7,-33.2]，p≈0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0372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以更少参数（96.0M vs 101.5M）在数据稀缺峰区（853 t/p）大幅反超 —— 纯 TF 吃不到误差流加速，纯 PCN 被稳定性压住，12+12 各取所长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数据：results/SEED_REPLICATION.md · results/v7/seed_replication.json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330-354M 外推：优势保持，PCN 天花板实测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d1024/24L · 20K 步 · 164M tokens ≈ 470 t/p · 3-seed + 双侧 lr 夹逼</a:t>
            </a:r>
            <a:endParaRPr lang="en-US" sz="1400" dirty="0"/>
          </a:p>
        </p:txBody>
      </p:sp>
      <p:pic>
        <p:nvPicPr>
          <p:cNvPr id="4" name="Image 0" descr="results/figures/pcn_div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7047571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 330M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98080" y="173736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39.75±0.34（夹逼最优 37.05）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23560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 354M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0" y="230428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48.78±11.67（坏 seed 62.24）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PCN 307M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0" y="2871216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147.77 → 中途软发散 222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23560" y="3657600"/>
            <a:ext cx="60624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seed 配对 3/3 全胜；调优对调优 +11.2%（参数少 6.7%）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方差比 34×（96M 时 12×）—— 稳定性不对称随规模放大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 容忍度分化：HYB 骨干上漂（1e-3 最优），TF 上探即死（发散）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数据：results/SCALE_330M_VALIDATION.md（v2，含配置失误透明修复记录）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收窄归因解耦：规模 vs 数据比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36.4% → 11.2% 的收窄同时动了两个变量 —— 谁主导？</a:t>
            </a:r>
            <a:endParaRPr lang="en-US" sz="1400" dirty="0"/>
          </a:p>
        </p:txBody>
      </p:sp>
      <p:pic>
        <p:nvPicPr>
          <p:cNvPr id="4" name="Image 0" descr="results/figures/decou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842388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9202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1.76×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172200" y="285292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效率：HYB 半数据（84.0）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 TF 全数据（99.3）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172200" y="3566160"/>
            <a:ext cx="55138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数据比效应（固定 96M，853→470 t/p）：稀缺放大优势 +22pp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规模效应（固定 470 t/p，96M→330M）：压缩 -47pp —— 收窄主导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含义：优势最大区间 = 「小规模 + 数据稀缺」= 终端个人模型象限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预测边界（如实标注）：500M+ 若压缩持续存在归零风险，500M 为判决性实验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数据：run_tp470.sh 六训练 · results/wt_096m_hyb_tp470_s*/ · 报告 §4.7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发现③：适应优势跨规模保持（符号结构）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全参数微调 27 格（3 架构 × 3 seed × 3 lr）零翻转</a:t>
            </a:r>
            <a:endParaRPr lang="en-US" sz="1400" dirty="0"/>
          </a:p>
        </p:txBody>
      </p:sp>
      <p:pic>
        <p:nvPicPr>
          <p:cNvPr id="4" name="Image 0" descr="results/figures/multid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6402878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1737360"/>
            <a:ext cx="58795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96M：PCN/HYB 全格为正，TF 全格为负（单发 +60.3±4.3 vs -57.5±10.5）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330M 复测 + 10 用户多抽签：HYB 均值全正紧凑（正用户 27/30）vs TF 方差爆炸（σ 至 156）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流式@5e-5：HYB +55~61% 且 held-out 双正；TF +19~26% 且 held-out 负（坏 seed -497%）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ΔW 参数经济性保持（~140 vs ~230）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数据：results/v7/adapt330_multidraw.json · adapt330.json · 报告 §7.7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PEFT 对照与主张重述（第 7 起偏差）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预注册判据触发：若 TF 的 PEFT 单发 ≥+30% 则适应主张需重述 —— 触发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 @最优档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单发（TF / HYB）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流式@5e-5（TF / HYB）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full-FT 5e-4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-57.5±10.5 / +60.3±4.3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全负 / +32.9±9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LoRA r8 5e-4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-29.8±13.5 / +57.1±6.0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+73.0±1.5 / +77.7±2.7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bitfit 1e-3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+74.7±2.4 / +52.8±3.3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+24.1±0.5 / +6.1±0.2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77640"/>
            <a:ext cx="111831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重述①：误差流提供「免方法选择、免步长调参的自限适应」——运维鲁棒性，终端的直接价值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重述②：不是性能上限 —— TF+bitfit 单发 +74.7 可反超（但需要为每部署选对方法与配置）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新发现：LoRA-TF 单发被 9 个 init 抽样钉死为负；bitfit 流式架构不对称（方法不可跨架构平移）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数据：results/v7/peft_3seed.json（3-seed × 3 init 抽样）· PEFT_3SEED.md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机制①：主干锚定（消融转正）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 → 16+8@头2e-4 消融三判读全中 → 经验证机制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31723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6275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判读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预训练稳定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PPL 59.86 零 NaN（纯 PCN@2e-4 软发散）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单发抬升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+18.9% → +52.8%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阈值消失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流式@1e-4 +3.1% → +59.1%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68796" y="1783080"/>
            <a:ext cx="53172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+72.0±2.0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368796" y="2715768"/>
            <a:ext cx="53172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h2e4 终端默认 3-seed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流式@5e-5（基线 +32.9±9.0，&gt;4σ）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3977640"/>
            <a:ext cx="111831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 主干阻断误差正反馈的自毁路径 ——「快速=自毁」耦合被部分解耦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当初设想的 qk-norm 稳定化路线不再必需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部署地图：通用 12+12@头1e-4；终端在线学习默认 h2e4（头2e-4，阈值移动三 seed 全消）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16+8@2e-4 三 seed 反转定性：流式专精（预训练 59.5 最好但单发不稳）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数据：results/v7/{abl16_8_h2e4,h2e4_replication,abl16_8_3seed}.json · PHASE2_SENSITIVITY.md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机制②：step50 达峰/回落的分解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终端预算「50 步」的科学根据</a:t>
            </a:r>
            <a:endParaRPr lang="en-US" sz="1400" dirty="0"/>
          </a:p>
        </p:txBody>
      </p:sp>
      <p:pic>
        <p:nvPicPr>
          <p:cNvPr id="4" name="Image 0" descr="results/figures/step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6301694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1737360"/>
            <a:ext cx="6062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PPL 单调背至 5-9：6 条序列被完全记忆（排除动力学失稳）</a:t>
            </a:r>
            <a:endParaRPr lang="en-US" sz="1450" dirty="0"/>
          </a:p>
          <a:p>
            <a:pPr marL="152400" indent="-1524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峰值后回升，预训练域 PPL 同步恶化 6-47×：记忆与通用遗忘并行</a:t>
            </a:r>
            <a:endParaRPr lang="en-US" sz="1450" dirty="0"/>
          </a:p>
          <a:p>
            <a:pPr marL="152400" indent="-1524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峰值高度 = 用户属性（同用户跨 lr 差 &lt;4pp）；峰值步数 = lr 属性（降 lr 只拉伸时间轴）</a:t>
            </a:r>
            <a:endParaRPr lang="en-US" sz="1450" dirty="0"/>
          </a:p>
          <a:p>
            <a:pPr marL="152400" indent="-1524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遗忘从 step10 即与适应并行 —— 预算是赛跑的止点，不是「够用」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623560" y="4892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20s → +85%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623560" y="582472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96M 混合模型纯 CPU 冷启动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（峰值口径；终点口径低估 25pp）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数据：results/STEP50_MECHANISM.md（3 用户 × 3 lr × 每 10 步 × 四曲线）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端侧链路：全本地、零网络调用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96M 混合模型 · 纯 CPU（8 线程 fp32，366MB）· 4/4 判据命中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2240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2715768"/>
            <a:ext cx="2612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tok/s 推理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（b1_s256，判据 ≥500）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8698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43.8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98698" y="2715768"/>
            <a:ext cx="2612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tok/s 生成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（判据 ≥10）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94476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094476" y="2715768"/>
            <a:ext cx="2612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冷启动达峰 +85%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（预算固化 50 步）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90254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890254" y="2715768"/>
            <a:ext cx="2612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网络调用 / 云依赖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数据不出端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21M 小模型（8.6K tok/s / 113 生成 / 22.7s→+55% / 80MB）：参数 4.6× 换速度保留 26%，仍远超终端底线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终端形态各零件已全部验证：混合检查点 + 冻结骨干 + 50 步预算 + int4 配方（v1，限于小模型）+ CUDA Graph 能耗（-28%）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数据：results/PHASE3_EDGE.md · results/v7/phase3_edge_hyb.json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审稿回应状态（v4 版本意见）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 7.5/10；高优先级建议全部执行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85216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审稿点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v6.0 回应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 规模外推不足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330-354M × 3-seed + 夹逼 + 适应复测 + 收窄归因解耦（本地完成）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已解决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W2 PEFT 基线缺失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LoRA/bitfit × 双协议 × 3-seed × 3 init —— 超规格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已解决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W2 RWKV/Mamba 代理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编译限制未变，衰减代理维持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W3/W4 移植扩展、局部规则变体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范围限定表述维持，实验列中期清单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挂账（明确）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W5 统计/修辞/章节乱序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 CI+t、run_index 198 条、8/9 章节修复、版本历史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已解决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Q1 配对检验 / Q5 中规模方案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已补配对 bootstrap；Q5 旧「4080 不可行」判断被实测推翻并超越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已答/超越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逐点明细：报告附录 D.3 · 独立版本说明 results/VERSION_NOTES_v6.md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局限与诚实边界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每条主张绑定已测范围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1118311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500M-1B 未测：B4 显示规模压缩主导收窄（-47pp），500M 为判决性实验（需云算力）</a:t>
            </a:r>
            <a:endParaRPr lang="en-US" sz="155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330M 部分臂单 seed（HYB@1e-3、gating 对照、PCN 307M）；20K 步全部未饱和（预算内相对比较）</a:t>
            </a:r>
            <a:endParaRPr lang="en-US" sz="155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适应协议为短流（8 批）/单发（6 序列）；真实长时程与真实用户数据未测</a:t>
            </a:r>
            <a:endParaRPr lang="en-US" sz="155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复制优势不可外推到键值绑定（MQAR 否定性）；RWKV/Mamba 仍为代理</a:t>
            </a:r>
            <a:endParaRPr lang="en-US" sz="155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冷启动用户抽签未播种：12+12 系 ±4 内无害，薄头/330M 档可达 33pp（已用多抽签协议对冲）</a:t>
            </a:r>
            <a:endParaRPr lang="en-US" sz="155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量化/CUDA Graph/int4 结论继承 v1，限于 22M 小模型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完整清单：报告 §9.2（v6.0 更新）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 + 在线适应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02920" y="306324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  大模型 + 反复重训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41148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混合架构在「小规模 + 数据稀缺」象限优势最大 —— 恰是终端个人模型的所在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57607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代码与数据开源：github.com/Asaluther/PRISM-V4  ·  PRISM 技术报告 v6.0（2026-09-21）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误差流与注意力的分工：PRISM 技术报告 v6.0</dc:title>
  <dc:subject>PptxGenJS Presentation</dc:subject>
  <dc:creator>PRISM</dc:creator>
  <cp:lastModifiedBy>PRISM</cp:lastModifiedBy>
  <cp:revision>1</cp:revision>
  <dcterms:created xsi:type="dcterms:W3CDTF">2026-09-21T00:36:56Z</dcterms:created>
  <dcterms:modified xsi:type="dcterms:W3CDTF">2026-09-21T00:36:56Z</dcterms:modified>
</cp:coreProperties>
</file>